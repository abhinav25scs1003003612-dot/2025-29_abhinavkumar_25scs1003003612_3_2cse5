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0"/>
            <a:ext cx="6202375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74920"/>
            <a:ext cx="457200" cy="457200"/>
          </a:xfrm>
          <a:prstGeom prst="diamond">
            <a:avLst/>
          </a:prstGeom>
          <a:solidFill>
            <a:srgbClr val="3B5BA9"/>
          </a:solidFill>
          <a:ln/>
        </p:spPr>
      </p:sp>
      <p:pic>
        <p:nvPicPr>
          <p:cNvPr id="4" name="Image 0" descr="/home/claude/work/iilm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3520440" cy="5541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YUVALTERN INTERNSHIP  ·  E-GOVERNANCE &amp; DIGITAL SERVICES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245059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Cyber Security Analyst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2920" y="33649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8-Week Professional Internship Presentation Report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56144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Weeks  ·  Completed August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2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55080" y="8686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B3F82"/>
          </a:solidFill>
          <a:ln w="12700">
            <a:solidFill>
              <a:srgbClr val="2E52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Abhinav Kumar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29400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Enrollment / Roll No.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2940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25SCS1003003612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0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0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(CSE)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53492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5A8AD6"/>
          </a:solidFill>
          <a:ln/>
        </p:spPr>
      </p:sp>
      <p:sp>
        <p:nvSpPr>
          <p:cNvPr id="18" name="Text 15"/>
          <p:cNvSpPr/>
          <p:nvPr/>
        </p:nvSpPr>
        <p:spPr>
          <a:xfrm>
            <a:off x="6601968" y="5468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ORGANIZATION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01968" y="5687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Yuvaltern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01968" y="59710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 Analyst – E-Governance &amp; Digital Services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&amp; Internship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00200"/>
            <a:ext cx="5166360" cy="32918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54864" cy="32918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work/icons/users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928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Name: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449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/ Enrollment No.: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25SCS1003003612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362102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– Computer Science &amp; Engineering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19709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IILM University, Greater Noida, U.P.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53328" y="1600200"/>
            <a:ext cx="5166360" cy="32918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53328" y="1600200"/>
            <a:ext cx="54864" cy="32918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4" name="Image 1" descr="/home/claude/work/icons/briefcase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89280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03136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373368" y="24688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Yuvaltern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373368" y="312724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Role: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 Analyst – E-Governance &amp; Digital Services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373368" y="378561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Weeks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373368" y="444398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Date: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27, 2026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 Profile: Yuvaltern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5448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Yuvaltern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(branded as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Yuva Intern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is a skill-development and internship platform, operating in association with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NSDC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focused on giving students practical, industry-aligned learning experience across digital and emerging domains.</a:t>
            </a:r>
            <a:endParaRPr lang="en-US" sz="1400" dirty="0"/>
          </a:p>
        </p:txBody>
      </p:sp>
      <p:pic>
        <p:nvPicPr>
          <p:cNvPr id="5" name="Image 0" descr="/home/claude/work/icons/userShield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706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274320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&amp; Digital Focus: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track centered on cybersecurity for e-governance platforms and digital services.</a:t>
            </a:r>
            <a:endParaRPr lang="en-US" sz="1250" dirty="0"/>
          </a:p>
        </p:txBody>
      </p:sp>
      <p:pic>
        <p:nvPicPr>
          <p:cNvPr id="7" name="Image 1" descr="/home/claude/work/icons/landmark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3931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832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NSDC Collaboration: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under the Yuva Intern brand in association with NSDC, supporting skill development for students.</a:t>
            </a:r>
            <a:endParaRPr lang="en-US" sz="1250" dirty="0"/>
          </a:p>
        </p:txBody>
      </p:sp>
      <p:pic>
        <p:nvPicPr>
          <p:cNvPr id="9" name="Image 2" descr="/home/claude/work/icons/mapPin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0799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1832" y="448056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Offices: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 across Noida (Uttar Pradesh), Gurugram (Haryana), and New Delhi.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7086600" y="1554480"/>
            <a:ext cx="4572000" cy="4343400"/>
          </a:xfrm>
          <a:prstGeom prst="roundRect">
            <a:avLst>
              <a:gd name="adj" fmla="val 2526"/>
            </a:avLst>
          </a:prstGeom>
          <a:solidFill>
            <a:srgbClr val="1E3A8A"/>
          </a:solidFill>
          <a:ln/>
        </p:spPr>
      </p:sp>
      <p:pic>
        <p:nvPicPr>
          <p:cNvPr id="12" name="Image 3" descr="/home/claude/work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194560"/>
            <a:ext cx="1005840" cy="1005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6092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Yuvaltern.com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7360920" y="3950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Founder: Kounal Gupta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7635240" y="4434840"/>
            <a:ext cx="3474720" cy="0"/>
          </a:xfrm>
          <a:prstGeom prst="line">
            <a:avLst/>
          </a:prstGeom>
          <a:noFill/>
          <a:ln w="12700">
            <a:solidFill>
              <a:srgbClr val="3B5BA9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98080" y="4727448"/>
            <a:ext cx="82296" cy="82296"/>
          </a:xfrm>
          <a:prstGeom prst="ellipse">
            <a:avLst/>
          </a:prstGeom>
          <a:solidFill>
            <a:srgbClr val="8FB2F0"/>
          </a:solidFill>
          <a:ln/>
        </p:spPr>
      </p:sp>
      <p:sp>
        <p:nvSpPr>
          <p:cNvPr id="17" name="Text 11"/>
          <p:cNvSpPr/>
          <p:nvPr/>
        </p:nvSpPr>
        <p:spPr>
          <a:xfrm>
            <a:off x="7708392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498080" y="5047488"/>
            <a:ext cx="82296" cy="82296"/>
          </a:xfrm>
          <a:prstGeom prst="ellipse">
            <a:avLst/>
          </a:prstGeom>
          <a:solidFill>
            <a:srgbClr val="8FB2F0"/>
          </a:solidFill>
          <a:ln/>
        </p:spPr>
      </p:sp>
      <p:sp>
        <p:nvSpPr>
          <p:cNvPr id="19" name="Text 13"/>
          <p:cNvSpPr/>
          <p:nvPr/>
        </p:nvSpPr>
        <p:spPr>
          <a:xfrm>
            <a:off x="7708392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E-Governance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498080" y="5367528"/>
            <a:ext cx="82296" cy="82296"/>
          </a:xfrm>
          <a:prstGeom prst="ellipse">
            <a:avLst/>
          </a:prstGeom>
          <a:solidFill>
            <a:srgbClr val="8FB2F0"/>
          </a:solidFill>
          <a:ln/>
        </p:spPr>
      </p:sp>
      <p:sp>
        <p:nvSpPr>
          <p:cNvPr id="21" name="Text 15"/>
          <p:cNvSpPr/>
          <p:nvPr/>
        </p:nvSpPr>
        <p:spPr>
          <a:xfrm>
            <a:off x="7708392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Services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498080" y="5687568"/>
            <a:ext cx="82296" cy="82296"/>
          </a:xfrm>
          <a:prstGeom prst="ellipse">
            <a:avLst/>
          </a:prstGeom>
          <a:solidFill>
            <a:srgbClr val="8FB2F0"/>
          </a:solidFill>
          <a:ln/>
        </p:spPr>
      </p:sp>
      <p:sp>
        <p:nvSpPr>
          <p:cNvPr id="23" name="Text 17"/>
          <p:cNvSpPr/>
          <p:nvPr/>
        </p:nvSpPr>
        <p:spPr>
          <a:xfrm>
            <a:off x="7708392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0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Development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Internship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6" name="Image 0" descr="/home/claude/work/icons/shield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Cybersecurity Foundations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practical cybersecurity concepts and core principles of information security.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00984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11" name="Image 1" descr="/home/claude/work/icons/alert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305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Threat &amp; Risk Awareness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57016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awareness of common cyber threats, security risks, and vulnerability concepts.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99048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16" name="Image 2" descr="/home/claude/work/icons/landmark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305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E-Governance &amp; Digital Security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how cybersecurity protects digital services and e-governance platforms.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97112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53144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21" name="Image 3" descr="/home/claude/work/icons/brain_2563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1305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&amp; Analytical Growth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53144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analytical, problem-solving, and professional communication abilities.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Internship Role &amp; Responsibilities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6" name="Image 0" descr="/home/claude/work/icons/shield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Cybersecurity Fundamentals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working knowledge of core cybersecurity concepts, principles, and best practices.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00984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11" name="Image 1" descr="/home/claude/work/icons/bug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305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&amp; Threat Awareness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57016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awareness of security risks, common cyber threats, and basic vulnerability concepts.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99048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16" name="Image 2" descr="/home/claude/work/icons/landmark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305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E-Governance &amp; Digital Security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e-governance security concepts and digital-service security awareness.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97112" y="1691640"/>
            <a:ext cx="2542032" cy="352044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53144" y="19842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8EFFD"/>
          </a:solidFill>
          <a:ln/>
        </p:spPr>
      </p:sp>
      <p:pic>
        <p:nvPicPr>
          <p:cNvPr id="21" name="Image 3" descr="/home/claude/work/icons/clipboard_2563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1305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Documentation &amp; Analysis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53144" y="3474720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analytical problem-solving, documentation, and reporting in a professional setting.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54406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Role scope was analyst-level awareness, analysis, and documentation work — not penetration testing, ethical hacking, or SOC operations.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 &amp; Learning Experience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4592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5" name="Image 0" descr="/home/claude/work/icons/lock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019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" y="23317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" y="267004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cybersecurity concepts and security awareness.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88536" y="164592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9" name="Image 1" descr="/home/claude/work/icons/landmark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9019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4568" y="23317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E-Governance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44568" y="267004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importance of security in digital governance.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74152" y="164592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13" name="Image 2" descr="/home/claude/work/icons/globe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90195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0184" y="23317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Services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30184" y="267004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role of cybersecurity in protecting digital services.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867912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17" name="Image 3" descr="/home/claude/work/icons/brain_2563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2394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" y="455371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Analytical Thinking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58952" y="489204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the ability to approach security-related problems systematically.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288536" y="3867912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21" name="Image 4" descr="/home/claude/work/icons/users_2563E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12394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44568" y="455371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Environment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44568" y="489204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teamwork, communication, discipline, and professional conduct.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074152" y="3867912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25" name="Image 5" descr="/home/claude/work/icons/book_2563E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4123944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30184" y="455371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Learning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330184" y="489204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academic knowledge with an industry-oriented environment.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Internship Experience &amp; Key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/home/claude/work/icons/check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832" y="16916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Dedication:  </a:t>
            </a:r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consistent dedication throughout the internship.</a:t>
            </a:r>
            <a:endParaRPr lang="en-US" sz="1450" dirty="0"/>
          </a:p>
        </p:txBody>
      </p:sp>
      <p:pic>
        <p:nvPicPr>
          <p:cNvPr id="6" name="Image 1" descr="/home/claude/work/icons/check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1832" y="2350008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Professionalism:  </a:t>
            </a:r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Maintained a professional approach toward assigned responsibilities.</a:t>
            </a:r>
            <a:endParaRPr lang="en-US" sz="1450" dirty="0"/>
          </a:p>
        </p:txBody>
      </p:sp>
      <p:pic>
        <p:nvPicPr>
          <p:cNvPr id="8" name="Image 2" descr="/home/claude/work/icons/check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358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41832" y="3008376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&amp; Growth:  </a:t>
            </a:r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Displayed a strong willingness to learn and develop.</a:t>
            </a:r>
            <a:endParaRPr lang="en-US" sz="1450" dirty="0"/>
          </a:p>
        </p:txBody>
      </p:sp>
      <p:pic>
        <p:nvPicPr>
          <p:cNvPr id="10" name="Image 3" descr="/home/claude/work/icons/check_2563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9417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1832" y="3666744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Contribution:  </a:t>
            </a:r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Contributed positively to the internship/team environment.</a:t>
            </a:r>
            <a:endParaRPr lang="en-US" sz="1450" dirty="0"/>
          </a:p>
        </p:txBody>
      </p:sp>
      <p:pic>
        <p:nvPicPr>
          <p:cNvPr id="12" name="Image 4" descr="/home/claude/work/icons/check_2563E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52544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41832" y="4325112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Integrity:  </a:t>
            </a:r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Maintained integrity and responsible professional conduct.</a:t>
            </a:r>
            <a:endParaRPr lang="en-US" sz="1450" dirty="0"/>
          </a:p>
        </p:txBody>
      </p:sp>
      <p:pic>
        <p:nvPicPr>
          <p:cNvPr id="14" name="Image 5" descr="/home/claude/work/icons/check_2563E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5010912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41832" y="498348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Commitment:  </a:t>
            </a:r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commitment throughout the program.</a:t>
            </a:r>
            <a:endParaRPr lang="en-US" sz="1450" dirty="0"/>
          </a:p>
        </p:txBody>
      </p:sp>
      <p:sp>
        <p:nvSpPr>
          <p:cNvPr id="16" name="Text 8"/>
          <p:cNvSpPr/>
          <p:nvPr/>
        </p:nvSpPr>
        <p:spPr>
          <a:xfrm>
            <a:off x="502920" y="60350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the certificate issued by Yuvaltern, Date of Issue: August 27, 2026.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8-Week Curriculum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794760"/>
            <a:ext cx="11185855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Orientation &amp; Introduction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 onboarding &amp; domain intro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32319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5099" y="411480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6539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06539" y="4480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Fundamentals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06539" y="5257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concepts &amp; threat awareness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30299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3079" y="187452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4519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4519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&amp; Security Risks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4519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vulnerability awareness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28278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1058" y="411480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2498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2498" y="4480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E-Governance Security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2498" y="5257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digital services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26257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9037" y="187452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477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0477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Analysis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0477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approach to security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24237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07017" y="411480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98457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98457" y="4480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&amp; Professional Learning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98457" y="5257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&amp; collaboration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022216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04996" y="187452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96436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7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496436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Consolidation &amp; Development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496436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&amp; strengthening skills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620195" y="3726180"/>
            <a:ext cx="137160" cy="137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2895" y="411480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54335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8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454335" y="4480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 &amp; Reflection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454335" y="5257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Wrap-up &amp; professional development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2089404"/>
            <a:ext cx="1901952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8308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/home/claude/work/icons/gradc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9979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670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Orientation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0040" y="31821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 &amp; role introduction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096512" y="2089404"/>
            <a:ext cx="1901952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" name="Shape 7"/>
          <p:cNvSpPr/>
          <p:nvPr/>
        </p:nvSpPr>
        <p:spPr>
          <a:xfrm>
            <a:off x="3273552" y="178308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1" descr="/home/claude/work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36" y="19979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90672" y="2670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Cybersecurity Fundamentals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090672" y="31821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security concepts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867144" y="2089404"/>
            <a:ext cx="1901952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5" name="Shape 11"/>
          <p:cNvSpPr/>
          <p:nvPr/>
        </p:nvSpPr>
        <p:spPr>
          <a:xfrm>
            <a:off x="6044184" y="178308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/home/claude/work/icons/bu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68" y="19979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61304" y="2670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Threat &amp; Risk Awareness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861304" y="31821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vulnerabilities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21140" y="2633472"/>
            <a:ext cx="164592" cy="50292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0" name="Shape 15"/>
          <p:cNvSpPr/>
          <p:nvPr/>
        </p:nvSpPr>
        <p:spPr>
          <a:xfrm>
            <a:off x="8814816" y="178308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/home/claude/work/icons/landmar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0" y="19979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31936" y="2670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E-Governance Security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631936" y="31821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govt digital services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 flipH="1">
            <a:off x="5998464" y="4466844"/>
            <a:ext cx="3639312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5" name="Shape 19"/>
          <p:cNvSpPr/>
          <p:nvPr/>
        </p:nvSpPr>
        <p:spPr>
          <a:xfrm>
            <a:off x="8814816" y="416052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6" name="Image 4" descr="/home/claude/work/icons/networ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43754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31936" y="5047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Services Security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631936" y="5559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online platforms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 flipH="1">
            <a:off x="3227832" y="4466844"/>
            <a:ext cx="3639312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0" name="Shape 23"/>
          <p:cNvSpPr/>
          <p:nvPr/>
        </p:nvSpPr>
        <p:spPr>
          <a:xfrm>
            <a:off x="6044184" y="416052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1" name="Image 5" descr="/home/claude/work/icons/search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068" y="437540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61304" y="5047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Analysis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861304" y="5559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analytical thinking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 flipH="1">
            <a:off x="457200" y="4466844"/>
            <a:ext cx="3639312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5" name="Shape 27"/>
          <p:cNvSpPr/>
          <p:nvPr/>
        </p:nvSpPr>
        <p:spPr>
          <a:xfrm>
            <a:off x="3273552" y="416052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6" name="Image 6" descr="/home/claude/work/icons/user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8436" y="4375404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090672" y="5047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Skills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3090672" y="5559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&amp; teamwork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02920" y="416052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0" name="Image 7" descr="/home/claude/work/icons/flag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" y="4375404"/>
            <a:ext cx="347472" cy="34747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20040" y="50474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Internship Completion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320040" y="5559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wrap-up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Skills Demonstrated &amp; Developed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0020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5" name="Image 0" descr="/home/claude/work/icons/shield_2563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928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Technical / Domain Skills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560320"/>
            <a:ext cx="2412187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60320"/>
            <a:ext cx="24121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Fundamentals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3072384"/>
            <a:ext cx="2090318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072384"/>
            <a:ext cx="20903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Threat Awareness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50438" y="3072384"/>
            <a:ext cx="2170786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50438" y="3072384"/>
            <a:ext cx="2170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Risk Awareness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3584448"/>
            <a:ext cx="2170786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584448"/>
            <a:ext cx="21707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Awareness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30906" y="3584448"/>
            <a:ext cx="1687982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30906" y="3584448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Analysis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096512"/>
            <a:ext cx="2009851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096512"/>
            <a:ext cx="2009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E-Governance Security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969971" y="409651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69971" y="40965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Services Security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53328" y="160020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22" name="Image 1" descr="/home/claude/work/icons/users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20240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30568" y="18928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Skills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373368" y="2560320"/>
            <a:ext cx="1848917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73368" y="2560320"/>
            <a:ext cx="1848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Thinking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359445" y="256032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59445" y="256032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373368" y="3072384"/>
            <a:ext cx="1366114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73368" y="3072384"/>
            <a:ext cx="13661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876642" y="3072384"/>
            <a:ext cx="963778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76642" y="3072384"/>
            <a:ext cx="963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Teamwork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977579" y="3072384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977579" y="3072384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Professionalism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373368" y="3584448"/>
            <a:ext cx="1285646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373368" y="3584448"/>
            <a:ext cx="1285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Adaptability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7796174" y="3584448"/>
            <a:ext cx="1929384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796174" y="358444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Willingness to Learn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373368" y="4096512"/>
            <a:ext cx="1044245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73368" y="4096512"/>
            <a:ext cx="10442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7554773" y="4096512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 w="9525">
            <a:solidFill>
              <a:srgbClr val="D3E0F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554773" y="4096512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Certificate Verification / Official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00200"/>
            <a:ext cx="11185855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3350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Metric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10994" y="1600200"/>
            <a:ext cx="73777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Certificate Details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0994" y="2103120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11185855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78608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0994" y="2578608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 Analyst – E-Governance &amp; Digital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54096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Issuing Organization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0994" y="3054096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Yuvaltern (Yuva Intern, in association with NSDC)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29584"/>
            <a:ext cx="11185855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29584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0994" y="3529584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of Experience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005072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05072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Duration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0994" y="4005072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Weeks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480560"/>
            <a:ext cx="11185855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80560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of Issue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0994" y="4480560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27,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956048"/>
            <a:ext cx="11185855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56048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/ Signatory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10994" y="4956048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Kounal Gupta — Founder, YuvaIntern.com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431536"/>
            <a:ext cx="11185855" cy="47548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431536"/>
            <a:ext cx="33508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Offices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0994" y="5431536"/>
            <a:ext cx="71949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Noida (U.P.)  ·  Gurugram (Haryana)  ·  New Delhi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071616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Branding shown on certificate: Yuva Intern  ·  NSDC (Re-Imagine Future)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Certificate of Experience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11185855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320069" y="1399032"/>
            <a:ext cx="3551558" cy="4928616"/>
          </a:xfrm>
          <a:prstGeom prst="roundRect">
            <a:avLst>
              <a:gd name="adj" fmla="val 12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999999">
                <a:alpha val="25000"/>
              </a:srgbClr>
            </a:outerShdw>
          </a:effectLst>
        </p:spPr>
      </p:sp>
      <p:pic>
        <p:nvPicPr>
          <p:cNvPr id="5" name="Image 0" descr="/home/claude/work/certifica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9797" y="1508760"/>
            <a:ext cx="3332102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  |  Yuvaltern Internship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547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ilm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377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2163928" y="3703320"/>
            <a:ext cx="7863840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</p:sp>
      <p:pic>
        <p:nvPicPr>
          <p:cNvPr id="5" name="Image 1" descr="/home/claude/work/icons/users_256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8" y="40233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941168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Abhinav Kumar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941168" y="4361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25SCS1003003612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095848" y="3959352"/>
            <a:ext cx="0" cy="1051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2" descr="/home/claude/work/icons/shield_2563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39776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27368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 Analyst – E-Governance &amp; Digital Services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827368" y="4572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Yuvaltern  ·  IILM University, Greater Noida, U.P.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2026-08-30T05:20:01Z</dcterms:created>
  <dcterms:modified xsi:type="dcterms:W3CDTF">2026-08-30T05:20:01Z</dcterms:modified>
</cp:coreProperties>
</file>